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Inter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xmlns="" Id="rId21" Type="http://schemas.openxmlformats.org/officeDocument/2006/relationships/font" Target="fonts/rId2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275" y="395288"/>
            <a:ext cx="855345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2768" b="1" spc="-6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автоматизированной системы верификации воспроизводимых сборок для обеспечения безопасности цепочек поставок программного обеспечения.</a:t>
            </a:r>
            <a:endParaRPr lang="en-US" sz="2768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7913" y="2405063"/>
            <a:ext cx="3933825" cy="2538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3475" y="319088"/>
            <a:ext cx="1652588" cy="29051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28725" y="1190625"/>
            <a:ext cx="6681788" cy="32099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47975" y="233362"/>
            <a:ext cx="58197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3"/>
              </a:lnSpc>
              <a:buNone/>
            </a:pPr>
            <a:r>
              <a:rPr lang="en-US" sz="2335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of the software supply chain</a:t>
            </a:r>
            <a:endParaRPr lang="en-US" sz="23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4838" y="2119313"/>
            <a:ext cx="2439987" cy="1671638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4838" y="2119313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4838" y="2424113"/>
            <a:ext cx="2439987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разрыв между верифицированным исходным кодом и конечным исполняемым файлом позволяет злоумышленникам внедрять вредоносную нагрузку непосредственно в процесс сборки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49626" y="2119313"/>
            <a:ext cx="2439988" cy="147637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49626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49626" y="2424113"/>
            <a:ext cx="2439988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автоматизированной системы верификации воспроизводимых сборок для обеспечения безопасности цепочек поставок программного обеспечения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094414" y="2119313"/>
            <a:ext cx="2439988" cy="18669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4414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094414" y="2424113"/>
            <a:ext cx="2439988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выявить векторы атак и факторы нарушения тождественности сборок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спроектировать архитектуру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компоненты системы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провести апробацию на пакетной базе</a:t>
            </a:r>
            <a:endParaRPr lang="en-US" sz="1069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7225" y="280988"/>
            <a:ext cx="652463" cy="65246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3638" y="180975"/>
            <a:ext cx="857250" cy="85725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81863" y="280988"/>
            <a:ext cx="752475" cy="652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5713" y="119063"/>
            <a:ext cx="3314700" cy="49053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57325" y="1966912"/>
            <a:ext cx="1524000" cy="1995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218" t="0" b="0"/>
          <a:stretch/>
        </p:blipFill>
        <p:spPr>
          <a:xfrm>
            <a:off x="276225" y="1438275"/>
            <a:ext cx="8867775" cy="22669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1075" y="1638300"/>
            <a:ext cx="747713" cy="74771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2238" y="1638300"/>
            <a:ext cx="747713" cy="74771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76588" y="1638300"/>
            <a:ext cx="747713" cy="7477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6225" y="3143250"/>
            <a:ext cx="2409825" cy="8096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72025" y="3143250"/>
            <a:ext cx="225742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125" y="1066800"/>
            <a:ext cx="7900988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2013" y="885825"/>
            <a:ext cx="7419975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514350"/>
            <a:ext cx="799623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0088" y="238125"/>
            <a:ext cx="7743825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625" y="657225"/>
            <a:ext cx="7519988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38263" y="371475"/>
            <a:ext cx="6462713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19113"/>
            <a:ext cx="9129713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77"/>
          <a:stretch/>
        </p:blipFill>
        <p:spPr>
          <a:xfrm>
            <a:off x="1590675" y="0"/>
            <a:ext cx="546258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90675" y="1209675"/>
            <a:ext cx="1690688" cy="76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52550" y="5000625"/>
            <a:ext cx="914400" cy="76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90675" y="3714750"/>
            <a:ext cx="11049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2825" y="1557338"/>
            <a:ext cx="2033588" cy="20240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9925" y="3729038"/>
            <a:ext cx="33099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329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github.com/j4hongir/reprochek</a:t>
            </a:r>
            <a:endParaRPr lang="en-US" sz="132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2026-04-26T17:18:05Z</dcterms:created>
  <dcterms:modified xsi:type="dcterms:W3CDTF">2026-04-26T17:18:05Z</dcterms:modified>
</cp:coreProperties>
</file>